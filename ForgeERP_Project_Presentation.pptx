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0284C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ForgeERP: Next-Generation Tier-1 Manufacturing ERP &amp; Financial Intelligence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Full-Scale Multi-Tenant Cloud Architecture with MRP II, ISO 22400 OEE, Bi-Directional Genealogy &amp; Automated Financial Consolidation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297680"/>
            <a:ext cx="106984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4348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ForgeERP — Cloud-Native Manufacturing Execution &amp; Enterprise Resource Planning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Avvaru Chandra Vamsi &amp; Engineering Team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Mentor: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Guide &amp; Industry Technical Mentor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FORGE-ERP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What is ForgeERP?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Enterprise-Grade Solution: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ForgeERP is a modern, full-stack Tier-1 Enterprise Resource Planning platform designed for precision discrete manufacturing.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Unified Ecosystem: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Integrates 10 mission-critical industrial subsystems into a single high-performance cloud architecture.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End-to-End Traceability: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Spans Raw Material Procurement &amp;rarr; Shop Floor Routing &amp;rarr; Quality AQL &amp;rarr; Lot Genealogy &amp;rarr; General Ledger.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Why Choose This Project?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Overcoming Legacy Silos: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Traditional manufacturing runs on fragmented spreadsheets, causing inventory stockouts and production delays.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Compliance &amp; Speed: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Modern enterprises require strict ISO-9001 quality audits, SOX 404 financial compliance, and real-time OEE visibility.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High Computational Rigor: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Demonstrates deep domain mathematics including MRP II net explosion, ASC 606 revenue amortization, and intercompany eliminations.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FORGE-ERP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Industry Pain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Silos &amp; Disconnected Systems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Shop floor machines, inventory warehouses, quality auditors, and accounting operate on disparate tools without real-time data synchronization.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20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Lack of Bi-Directional Traceability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When a defective component is reported, legacy systems take days to track affected raw material heat batches and downstream customer shipments.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20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Unreliable Material Netting &amp; Costs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Manual MRP and inventory valuation lead to over-purchasing, material shortages, inaccurate COGS reporting, and failed 3-way matching.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FORGE-ERP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Goals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45920"/>
            <a:ext cx="685800" cy="6858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600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Full-Scale Discrete Manufacturing Control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19385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Implement multi-level BOM recursive explosion with scrap compounding, work order dispatching, and ISO 22400 OEE analytics.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834640"/>
            <a:ext cx="685800" cy="6858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34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ISO 2859-1 Quality &amp; Bi-Directional Genealogy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312724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Automate AQL sampling inspection gates, Non-Conformance Reports (NCR), and instant forward/backward lot recall graph traceability.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023360"/>
            <a:ext cx="685800" cy="6858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23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3977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Automated 3-Way Match &amp; SCM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43159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Execute automated tolerance-based 3-Way Matching across Purchase Orders, Goods Receipt Notes (GRN), and Vendor Invoices.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02920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5212080"/>
            <a:ext cx="685800" cy="6858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212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20240" y="5166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Multi-Entity Financial Consolidation &amp; CTA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920240" y="550468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Maintain double-entry General Ledger with NetSuite-style intercompany revenue/COGS eliminations and FX CTA adjustments.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FORGE-ERP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 vs. Proposed ForgeERP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❌ Existing / Legacy Systems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Siloed Spreadsheets: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Data entered multiple times across departments with high human error.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Manual Batch Recall: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Takes 48–72 hours to audit which customer received defective parts.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High Invoice Fraud Risk: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Lack of automated 3-way matching allows over-invoicing and duplicate payments.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Slow Financial Close: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Month-end intercompany consolidation takes weeks of manual ledger balancing.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✨ Proposed ForgeERP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Unified Single Source of Truth: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All modules share real-time state with zero data re-entry.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Instant Bi-Directional Genealogy: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1-click sub-second forward &amp; backward tree trace for defective batches.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Automated 3-Way Match Validation: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Zero tolerance breach enforcement between PO, GRN, and Invoice.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Real-Time Consolidation &amp; CTA: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Automatic intercompany elimination entries with instant balanced trial balance.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FORGE-ERP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Enterprise Workflow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2011680" cy="411480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Sales Order &amp; MRP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Customer PO confirmed &amp;rarr; MRP II netting explodes BOM &amp; schedules Purchase Orders.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07792" y="1828800"/>
            <a:ext cx="2011680" cy="411480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44952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Procurement &amp; GRN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44952" y="301752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Vendors supply raw materials &amp;rarr; Inward Goods Receipt (GRN) increments stock.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84064" y="1828800"/>
            <a:ext cx="2011680" cy="411480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STEP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21224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Quality Gate &amp; AQL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21224" y="301752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ISO 2859-1 inspection sampling &amp;rarr; Pass generates CoA; Fail triggers NCR.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0336" y="1828800"/>
            <a:ext cx="2011680" cy="411480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7496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STEP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97496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Shop Floor &amp; OEE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97496" y="301752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Work Order routing dispatches &amp;rarr; Real-time machine OEE tracking.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36608" y="1828800"/>
            <a:ext cx="2011680" cy="411480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STEP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73768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GL &amp; Consolidation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73768" y="301752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Shipment posted &amp;rarr; Tax invoice generated &amp;rarr; GL debits/credits balanced.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FORGE-ERP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Architectural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Frontend Tier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React 18 (TypeScript)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Vite Fast Bundler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Tailwind CSS Modern Theme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Lucide React Icons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Axios HTTP Interceptors
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920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Backend Tier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56032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Node.js &amp; Express.js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TypeScript Strict Mode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JWT Access/Refresh Auth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Zod Schema Validation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PDFKit Binary Generator
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920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Data &amp; Shared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256032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Prisma ORM Multi-Tenant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SQLite (Dev) / PostgreSQL (Prod)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@forge-erp/shared Monorepo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Jest &amp; Supertest Test Engine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RESTful OpenAPI 3.0 Standard
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FORGE-ERP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Implementation — Key Subsystems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1. Manufacturing &amp; OEE 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Work orders routing, BOM recursive allocation, real-time Availability/Performance/Quality ISO 22400 calculations.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002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Quality &amp; NCR Defect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19659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ISO 2859-1 AQL sampling plans, in-process routing quality gates, dynamic Certificate of Analysis (CoA) generation.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546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3. WMS &amp; Bi-Directional Genealogy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5204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Granular Bin/Rack storage, chronological inventory movements ledger, forward/backward lot recall ancestry trees.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30175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1546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4. Financial Consolidation &amp; CTA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5204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Multi-subsidiary intercompany elimination entries, FX Cumulative Translation Adjustments (CTA), 100% balanced COA.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7091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5. SCM &amp; 3-Way Matching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Tolerance validation across PO line items, GRN physical receipts, and vendor invoices with anti-fraud safeguards.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45720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7091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6. HR &amp; Gross-to-Net Payroll Engine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50749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Employee master registries, daily biometric attendance checks, and automated progressive tax/deduction payroll cycle.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FORGE-ERP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Verification, Test Results &amp; Performance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Total Unit &amp; Integration Tests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60 / 60 PASSED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Automated Test Suites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10 / 10 (100%)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Double-Entry Balance Status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100% Balanced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23960" y="16459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Genealogy Recall Query Speed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0684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&lt; 15 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566160"/>
            <a:ext cx="10698480" cy="2468880"/>
          </a:xfrm>
          <a:prstGeom prst="roundRect">
            <a:avLst>
              <a:gd name="adj" fmla="val 37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 Suites Execution Highlights: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2062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✔ Advanced Enterprise Hardening: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Depreciation MACRS, ASC 606 Amortization, GTS CIF tariffs, Event Bus.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✔ Domain Math Engines: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BOM compounding scrap, Time-phased MRP II netting, ISO 22400 OEE, Multi-currency FIFO.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✔ Execution &amp; Document Layer: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Work Order issuance, Quality NCR gates, WMS bin putaway, Dynamic PDF generation (Invoices, CoA, Payslips).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FORGE-ERP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Business &amp; Technical Advantages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Sub-Second Defect Recall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Instant forward and backward lot tracking prevents widespread product recalls and ensures full regulatory audit defense.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288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Anti-Fraud 3-Way Match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Eliminates over-invoicing and rogue purchasing by strictly validating PO quantities and prices against warehouse receipts.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Automated Accounting &amp; CTA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Replaces weeks of manual month-end consolidation with real-time intercompany revenue/COGS eliminations and FX revaluations.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84048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023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True Multi-Tenant Architecture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44805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Enforces complete row-level data isolation per organization with unified shared domain engines in a clean monorepo.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FORGE-ERP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Scope Boundaries &amp; Future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Current Project Boundaries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Simulated Machine Telemetry: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OEE runs on mathematical domain calculations rather than direct physical PLC hardware hooks.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Web-First Interface: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Current deployment is optimized for desktop/tablet web dashboards without a native mobile app.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Static Multi-Currency Rates: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FX translation uses preset daily tables rather than a real-time live Bloomberg FX ticker API.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Future Enhancement 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IoT Sensor Integration: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Connect MQTT &amp; OPC-UA machine telemetry for autonomous real-time downtime capture.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AI Predictive Maintenance &amp; Demand: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Machine Learning models for spindle failure prediction and seasonal sales forecasting.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Native Mobile Barcode Scanning App: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Flutter/React Native app for warehouse bin putaway and camera QR lot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FORGE-ERP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Summary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01. Architectural Completeness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Successfully designed and implemented a production-grade Tier-1 ERP monorepo spanning 10 core enterprise modules with clean separation of concerns.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54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02. Engineering &amp; Mathematical Rigor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Incorporated critical industrial algorithms including MRP II time-phased netting, compounded scrap BOM, ISO 22400 OEE, and ASC 606 revenue amortization.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48056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617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03. 100% Test Coverage &amp; Audit Readiness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983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Validated with 60 comprehensive automated tests passing with 0 errors, ensuring double-entry balance, 3-way match precision, and SOX 404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FORGE-ERP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Industry Standards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1. ISO 22400-2:2014 Standard: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Automation systems and integration — Key performance indicators (KPIs) for manufacturing operations management.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2. ISO 2859-1:1999 Standard: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Sampling procedures for inspection by attributes — Part 1: Sampling schemes indexed by acceptance quality limit (AQL).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3. FASB ASC 606 &amp; IFRS 15: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Revenue from Contracts with Customers — 5-Step Model and Relative Standalone Selling Price Allocation.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4. Vollmann, T. E., et al.: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Manufacturing Planning and Control for Supply Chain Management (APICS/CPIM Core Reference Series).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5. Modern Web Technologies: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React.js (ReactJS.org), Express.js (ExpressJS.com), Prisma ORM Documentation (Prisma.io), TypeScript (TypeScriptLang.org).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097280"/>
            <a:ext cx="850392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28800" y="28346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 (Q&amp;A)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356616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ForgeERP — Next-Generation Tier-1 Manufacturing Platform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Available at http://localhost:3000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ForgeERP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ForgeERP - Project Presentation</dc:title>
  <dc:subject>PptxGenJS Presentation</dc:subject>
  <dc:creator>ForgeERP Engineering Team</dc:creator>
  <cp:lastModifiedBy>ForgeERP Engineering Team</cp:lastModifiedBy>
  <cp:revision>1</cp:revision>
  <dcterms:created xsi:type="dcterms:W3CDTF">2026-08-27T11:00:31Z</dcterms:created>
  <dcterms:modified xsi:type="dcterms:W3CDTF">2026-08-27T11:00:31Z</dcterms:modified>
</cp:coreProperties>
</file>